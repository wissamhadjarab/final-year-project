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72" r:id="rId4"/>
    <p:sldId id="270" r:id="rId5"/>
    <p:sldId id="271" r:id="rId6"/>
    <p:sldId id="258" r:id="rId7"/>
    <p:sldId id="260" r:id="rId8"/>
    <p:sldId id="261" r:id="rId9"/>
    <p:sldId id="274" r:id="rId10"/>
    <p:sldId id="263" r:id="rId11"/>
    <p:sldId id="264" r:id="rId12"/>
    <p:sldId id="265" r:id="rId13"/>
    <p:sldId id="266" r:id="rId14"/>
    <p:sldId id="267" r:id="rId15"/>
    <p:sldId id="273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1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9C45DF-8041-4DCA-8429-BF190728F8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89A18F-C42D-4C53-B56F-C591353194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4181D-5C98-4ACF-93E4-94920DC18D97}" type="datetimeFigureOut">
              <a:rPr lang="en-IE" smtClean="0"/>
              <a:t>24/11/2025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F03E2-A2B4-4924-98B0-463F429108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1D44C-CC91-4EED-B22A-AF0AA69303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50F9B-6758-4641-AC7E-139CDBC2C4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2624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28B10-01B1-489D-B962-DD80D2263B82}" type="datetimeFigureOut">
              <a:rPr lang="en-IE" smtClean="0"/>
              <a:pPr/>
              <a:t>24/11/2025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55FEB-D5E4-4A1E-87F4-37E283567B6E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23651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636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4315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8243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6597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821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928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0096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5831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3942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3121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35431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6026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3034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8367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5902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86959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75000"/>
                    <a:lumOff val="2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1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513" y="2876550"/>
            <a:ext cx="4787901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en-GB" altLang="en-US" noProof="0"/>
          </a:p>
        </p:txBody>
      </p:sp>
      <p:sp>
        <p:nvSpPr>
          <p:cNvPr id="32780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en-GB" altLang="en-US" noProof="0"/>
          </a:p>
        </p:txBody>
      </p:sp>
      <p:sp>
        <p:nvSpPr>
          <p:cNvPr id="11" name="Date Placeholder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0D53F2-6605-491B-A522-26FC2F4F9BCD}" type="datetime1">
              <a:rPr lang="en-US" smtClean="0"/>
              <a:t>11/24/2025</a:t>
            </a:fld>
            <a:endParaRPr lang="en-US"/>
          </a:p>
        </p:txBody>
      </p:sp>
      <p:sp>
        <p:nvSpPr>
          <p:cNvPr id="12" name="Footer Placeholder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3" name="Slide Number Placeholder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0"/>
            <a:ext cx="7693025" cy="4181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2CCA16-2DDB-40B9-9F54-A095905B077E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8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DF457-5724-4B26-A4C4-59D64F3AB245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4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8800"/>
            <a:ext cx="3770313" cy="425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1828800"/>
            <a:ext cx="3770312" cy="425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F1AC6-D369-4639-99E9-4FF457440EA0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CFB202-6EFB-4907-8D9D-680BD149527A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4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62A42C-DE72-47AA-BBAF-B081607E035C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05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5CFB85-5351-4D3E-B4CE-B0F17214F29F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9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A57C7F-E9A1-4E64-8A30-05C3992913B8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3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8E544F-E88E-4EB1-8D10-5091A0506034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3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DE2F5F-ADB1-4FC5-9086-0BE59847FEF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7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0825EC-483B-45E9-8C22-E036CF677E1E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2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roup 3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36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IE" altLang="en-US"/>
            </a:p>
          </p:txBody>
        </p:sp>
        <p:sp>
          <p:nvSpPr>
            <p:cNvPr id="1037" name="Freeform 5"/>
            <p:cNvSpPr>
              <a:spLocks/>
            </p:cNvSpPr>
            <p:nvPr/>
          </p:nvSpPr>
          <p:spPr bwMode="auto">
            <a:xfrm>
              <a:off x="288" y="0"/>
              <a:ext cx="1728" cy="735"/>
            </a:xfrm>
            <a:custGeom>
              <a:avLst/>
              <a:gdLst>
                <a:gd name="T0" fmla="*/ 1728 w 1728"/>
                <a:gd name="T1" fmla="*/ 0 h 735"/>
                <a:gd name="T2" fmla="*/ 1728 w 1728"/>
                <a:gd name="T3" fmla="*/ 480 h 735"/>
                <a:gd name="T4" fmla="*/ 380 w 1728"/>
                <a:gd name="T5" fmla="*/ 482 h 735"/>
                <a:gd name="T6" fmla="*/ 354 w 1728"/>
                <a:gd name="T7" fmla="*/ 480 h 735"/>
                <a:gd name="T8" fmla="*/ 308 w 1728"/>
                <a:gd name="T9" fmla="*/ 489 h 735"/>
                <a:gd name="T10" fmla="*/ 246 w 1728"/>
                <a:gd name="T11" fmla="*/ 531 h 735"/>
                <a:gd name="T12" fmla="*/ 206 w 1728"/>
                <a:gd name="T13" fmla="*/ 597 h 735"/>
                <a:gd name="T14" fmla="*/ 192 w 1728"/>
                <a:gd name="T15" fmla="*/ 666 h 735"/>
                <a:gd name="T16" fmla="*/ 192 w 1728"/>
                <a:gd name="T17" fmla="*/ 735 h 735"/>
                <a:gd name="T18" fmla="*/ 0 w 1728"/>
                <a:gd name="T19" fmla="*/ 735 h 735"/>
                <a:gd name="T20" fmla="*/ 0 w 1728"/>
                <a:gd name="T21" fmla="*/ 480 h 735"/>
                <a:gd name="T22" fmla="*/ 0 w 1728"/>
                <a:gd name="T23" fmla="*/ 0 h 735"/>
                <a:gd name="T24" fmla="*/ 1728 w 1728"/>
                <a:gd name="T25" fmla="*/ 0 h 7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8" h="735">
                  <a:moveTo>
                    <a:pt x="1728" y="0"/>
                  </a:moveTo>
                  <a:lnTo>
                    <a:pt x="1728" y="480"/>
                  </a:lnTo>
                  <a:lnTo>
                    <a:pt x="380" y="482"/>
                  </a:lnTo>
                  <a:lnTo>
                    <a:pt x="354" y="480"/>
                  </a:lnTo>
                  <a:lnTo>
                    <a:pt x="308" y="489"/>
                  </a:lnTo>
                  <a:cubicBezTo>
                    <a:pt x="290" y="498"/>
                    <a:pt x="263" y="513"/>
                    <a:pt x="246" y="531"/>
                  </a:cubicBezTo>
                  <a:cubicBezTo>
                    <a:pt x="229" y="549"/>
                    <a:pt x="215" y="574"/>
                    <a:pt x="206" y="597"/>
                  </a:cubicBezTo>
                  <a:cubicBezTo>
                    <a:pt x="197" y="620"/>
                    <a:pt x="194" y="643"/>
                    <a:pt x="192" y="666"/>
                  </a:cubicBezTo>
                  <a:lnTo>
                    <a:pt x="192" y="735"/>
                  </a:lnTo>
                  <a:lnTo>
                    <a:pt x="0" y="735"/>
                  </a:lnTo>
                  <a:lnTo>
                    <a:pt x="0" y="480"/>
                  </a:lnTo>
                  <a:lnTo>
                    <a:pt x="0" y="0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E"/>
            </a:p>
          </p:txBody>
        </p: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53035" y="200025"/>
            <a:ext cx="7924800" cy="1143000"/>
          </a:xfrm>
          <a:prstGeom prst="roundRect">
            <a:avLst>
              <a:gd name="adj" fmla="val 21667"/>
            </a:avLst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317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2BBC70F-B5CB-4B78-BD55-A2A1CC49D82A}" type="datetime1">
              <a:rPr lang="en-US" smtClean="0"/>
              <a:t>11/24/2025</a:t>
            </a:fld>
            <a:endParaRPr lang="en-US"/>
          </a:p>
        </p:txBody>
      </p:sp>
      <p:sp>
        <p:nvSpPr>
          <p:cNvPr id="317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17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22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714703"/>
            <a:ext cx="6858000" cy="2133599"/>
          </a:xfrm>
        </p:spPr>
        <p:txBody>
          <a:bodyPr>
            <a:normAutofit/>
          </a:bodyPr>
          <a:lstStyle/>
          <a:p>
            <a:pPr algn="r"/>
            <a:r>
              <a:rPr lang="en-IE" sz="1200" dirty="0"/>
              <a:t>With thanks to Ciaran Kelly and Damian Gordon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>
            <a:normAutofit/>
          </a:bodyPr>
          <a:lstStyle/>
          <a:p>
            <a:r>
              <a:rPr lang="en-IE" sz="6000" dirty="0"/>
              <a:t>Interim Demos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7D612-3BDA-478B-89A2-43A49EE6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</a:t>
            </a:fld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Advice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sz="2800" dirty="0"/>
              <a:t>Include number the slides</a:t>
            </a:r>
          </a:p>
          <a:p>
            <a:r>
              <a:rPr lang="en-IE" sz="2800" dirty="0"/>
              <a:t>Follow these slides as much as suits your project, some projects might need a different style</a:t>
            </a:r>
          </a:p>
          <a:p>
            <a:r>
              <a:rPr lang="en-IE" sz="2800" b="1" dirty="0"/>
              <a:t>Start with a sentence(or two) explaining your project.</a:t>
            </a:r>
          </a:p>
          <a:p>
            <a:r>
              <a:rPr lang="en-IE" sz="2800" b="1" dirty="0"/>
              <a:t>Make sure your text is big </a:t>
            </a:r>
            <a:r>
              <a:rPr lang="en-IE" sz="2800" dirty="0"/>
              <a:t>– there is no limit to the number of slides, so more slides with bigger text, is better than less slides with smaller text.</a:t>
            </a:r>
          </a:p>
          <a:p>
            <a:r>
              <a:rPr lang="en-IE" sz="2800" dirty="0"/>
              <a:t>Try to make sure the text is 28+ at least.</a:t>
            </a:r>
          </a:p>
          <a:p>
            <a:endParaRPr lang="en-IE" sz="2800" dirty="0"/>
          </a:p>
          <a:p>
            <a:endParaRPr lang="en-IE" sz="2800" dirty="0"/>
          </a:p>
          <a:p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0AD8D-EB1B-4F83-9125-EC3B343C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2</a:t>
            </a:fld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0AD8D-EB1B-4F83-9125-EC3B343C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3</a:t>
            </a:fld>
            <a:endParaRPr lang="en-US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998948-0823-4824-950E-E653CEAE0C77}"/>
              </a:ext>
            </a:extLst>
          </p:cNvPr>
          <p:cNvSpPr/>
          <p:nvPr/>
        </p:nvSpPr>
        <p:spPr>
          <a:xfrm>
            <a:off x="979097" y="2599113"/>
            <a:ext cx="1600200" cy="3886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30 Mins</a:t>
            </a: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Interim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Slot</a:t>
            </a:r>
            <a:endParaRPr lang="en-IE" sz="32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E7CF05-F508-408F-A625-A4CCBE808D31}"/>
              </a:ext>
            </a:extLst>
          </p:cNvPr>
          <p:cNvSpPr/>
          <p:nvPr/>
        </p:nvSpPr>
        <p:spPr>
          <a:xfrm>
            <a:off x="2566828" y="2592512"/>
            <a:ext cx="1600200" cy="388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 Mins</a:t>
            </a:r>
          </a:p>
          <a:p>
            <a:pPr algn="ctr"/>
            <a:r>
              <a:rPr lang="en-US" dirty="0"/>
              <a:t>Online</a:t>
            </a:r>
            <a:endParaRPr lang="en-I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C1302-2DDC-4A56-BBD7-024055FCFAEA}"/>
              </a:ext>
            </a:extLst>
          </p:cNvPr>
          <p:cNvSpPr/>
          <p:nvPr/>
        </p:nvSpPr>
        <p:spPr>
          <a:xfrm>
            <a:off x="4267201" y="2590800"/>
            <a:ext cx="1600200" cy="2743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 20 Mins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Student</a:t>
            </a:r>
          </a:p>
          <a:p>
            <a:pPr algn="ctr"/>
            <a:r>
              <a:rPr lang="en-US" dirty="0"/>
              <a:t>Online</a:t>
            </a:r>
            <a:endParaRPr lang="en-I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73998-A9EE-44E4-9CE5-E1407D4C35EB}"/>
              </a:ext>
            </a:extLst>
          </p:cNvPr>
          <p:cNvSpPr/>
          <p:nvPr/>
        </p:nvSpPr>
        <p:spPr>
          <a:xfrm>
            <a:off x="6224428" y="2566827"/>
            <a:ext cx="1600200" cy="109077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5-10 Mins</a:t>
            </a:r>
          </a:p>
          <a:p>
            <a:pPr algn="ctr"/>
            <a:r>
              <a:rPr lang="en-US" dirty="0"/>
              <a:t>Presentation</a:t>
            </a:r>
            <a:endParaRPr lang="en-I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EDF33-F8E1-4375-B187-B819A503FE7C}"/>
              </a:ext>
            </a:extLst>
          </p:cNvPr>
          <p:cNvSpPr/>
          <p:nvPr/>
        </p:nvSpPr>
        <p:spPr>
          <a:xfrm>
            <a:off x="6224428" y="3770653"/>
            <a:ext cx="1600200" cy="72514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3-5 Mins</a:t>
            </a:r>
          </a:p>
          <a:p>
            <a:pPr algn="ctr"/>
            <a:r>
              <a:rPr lang="en-US" dirty="0"/>
              <a:t>Demo</a:t>
            </a:r>
            <a:endParaRPr lang="en-I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846211-06B4-4346-A40C-DF9DDE39CBED}"/>
              </a:ext>
            </a:extLst>
          </p:cNvPr>
          <p:cNvSpPr/>
          <p:nvPr/>
        </p:nvSpPr>
        <p:spPr>
          <a:xfrm>
            <a:off x="6224428" y="4608852"/>
            <a:ext cx="1600200" cy="7251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5-10 Mins</a:t>
            </a:r>
          </a:p>
          <a:p>
            <a:pPr algn="ctr"/>
            <a:r>
              <a:rPr lang="en-US" dirty="0"/>
              <a:t>Q+A</a:t>
            </a:r>
            <a:endParaRPr lang="en-I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9C25F3-86C9-4F69-A82B-D86BD05CA323}"/>
              </a:ext>
            </a:extLst>
          </p:cNvPr>
          <p:cNvSpPr/>
          <p:nvPr/>
        </p:nvSpPr>
        <p:spPr>
          <a:xfrm>
            <a:off x="4267200" y="5562600"/>
            <a:ext cx="3557427" cy="914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B7C193-0D0E-4AD5-B6B2-F45F7E0FCA40}"/>
              </a:ext>
            </a:extLst>
          </p:cNvPr>
          <p:cNvSpPr/>
          <p:nvPr/>
        </p:nvSpPr>
        <p:spPr>
          <a:xfrm>
            <a:off x="4208124" y="2566827"/>
            <a:ext cx="3810000" cy="29195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733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895600"/>
            <a:ext cx="4572000" cy="2285999"/>
          </a:xfrm>
        </p:spPr>
        <p:txBody>
          <a:bodyPr>
            <a:normAutofit fontScale="55000" lnSpcReduction="20000"/>
          </a:bodyPr>
          <a:lstStyle/>
          <a:p>
            <a:r>
              <a:rPr lang="en-IE" sz="4000" dirty="0"/>
              <a:t>&lt;Your Name&gt;</a:t>
            </a:r>
          </a:p>
          <a:p>
            <a:r>
              <a:rPr lang="en-IE" sz="4000" dirty="0"/>
              <a:t>&lt;Student Number&gt;</a:t>
            </a:r>
          </a:p>
          <a:p>
            <a:r>
              <a:rPr lang="en-IE" sz="4000" dirty="0"/>
              <a:t>&lt;Programme&gt;</a:t>
            </a:r>
          </a:p>
          <a:p>
            <a:r>
              <a:rPr lang="en-IE" sz="4000" b="1" dirty="0"/>
              <a:t>Supervisor:</a:t>
            </a:r>
            <a:r>
              <a:rPr lang="en-IE" sz="4000" dirty="0"/>
              <a:t> </a:t>
            </a:r>
          </a:p>
          <a:p>
            <a:r>
              <a:rPr lang="en-IE" sz="4000" dirty="0"/>
              <a:t>   &lt;Supervisor Name – </a:t>
            </a:r>
          </a:p>
          <a:p>
            <a:r>
              <a:rPr lang="en-IE" sz="4000" dirty="0"/>
              <a:t>	(spelt correctly)&gt;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>
            <a:normAutofit/>
          </a:bodyPr>
          <a:lstStyle/>
          <a:p>
            <a:r>
              <a:rPr lang="en-IE" sz="6000" dirty="0"/>
              <a:t>&lt;Project Title&gt;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7D612-3BDA-478B-89A2-43A49EE6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4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7226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Project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&lt;</a:t>
            </a:r>
            <a:r>
              <a:rPr lang="en-IE" sz="2800" i="1" dirty="0"/>
              <a:t>say in one or two sentences what your project is about, practice until you can do this in about 30 seconds</a:t>
            </a:r>
            <a:r>
              <a:rPr lang="en-IE" sz="2800" dirty="0"/>
              <a:t>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0AD8D-EB1B-4F83-9125-EC3B343C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5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8571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Background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200" dirty="0"/>
              <a:t>&lt;</a:t>
            </a:r>
            <a:r>
              <a:rPr lang="en-IE" sz="3200" i="1" dirty="0"/>
              <a:t>In this slide mention sources that have helped you including: similar existing software, previous projects, and research papers, practice to do in one minute.</a:t>
            </a:r>
            <a:r>
              <a:rPr lang="en-IE" sz="3200" dirty="0"/>
              <a:t>&gt;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321B27-4050-442D-99CE-3A934160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6</a:t>
            </a:fld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6248400" y="4648200"/>
            <a:ext cx="19812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Optional:</a:t>
            </a:r>
            <a:endParaRPr lang="en-IE" dirty="0"/>
          </a:p>
          <a:p>
            <a:pPr algn="ctr"/>
            <a:r>
              <a:rPr lang="en-IE" dirty="0"/>
              <a:t>Include  Diagrams or </a:t>
            </a:r>
            <a:r>
              <a:rPr lang="en-IE" dirty="0" err="1"/>
              <a:t>Screengrabs</a:t>
            </a:r>
            <a:r>
              <a:rPr lang="en-IE" dirty="0"/>
              <a:t> of existing work.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0" y="4648200"/>
            <a:ext cx="19812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Optional:</a:t>
            </a:r>
            <a:endParaRPr lang="en-IE" dirty="0"/>
          </a:p>
          <a:p>
            <a:pPr algn="ctr"/>
            <a:r>
              <a:rPr lang="en-IE" dirty="0"/>
              <a:t>Include  Diagrams or </a:t>
            </a:r>
            <a:r>
              <a:rPr lang="en-IE" dirty="0" err="1"/>
              <a:t>Screengrabs</a:t>
            </a:r>
            <a:r>
              <a:rPr lang="en-IE" dirty="0"/>
              <a:t> of existing work.  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4648200"/>
            <a:ext cx="19812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Optional:</a:t>
            </a:r>
          </a:p>
          <a:p>
            <a:pPr algn="ctr"/>
            <a:r>
              <a:rPr lang="en-IE" dirty="0"/>
              <a:t>Include  Diagrams or </a:t>
            </a:r>
            <a:r>
              <a:rPr lang="en-IE" dirty="0" err="1"/>
              <a:t>Screengrabs</a:t>
            </a:r>
            <a:r>
              <a:rPr lang="en-IE" dirty="0"/>
              <a:t> of existing work.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Methodology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&lt;</a:t>
            </a:r>
            <a:r>
              <a:rPr lang="en-IE" sz="2800" i="1" dirty="0"/>
              <a:t>Just say what your methodology is, don’t linger on this slide, the justification for your methodology should appear in your interim report, not in the presentation&gt;</a:t>
            </a:r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8C606D-6BC2-428F-9187-FAC66256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7</a:t>
            </a:fld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1981200" y="4190999"/>
            <a:ext cx="4724400" cy="2336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/>
              <a:t>Diagram of </a:t>
            </a:r>
          </a:p>
          <a:p>
            <a:pPr algn="ctr"/>
            <a:r>
              <a:rPr lang="en-IE" sz="3200" dirty="0"/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Technologies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&lt;</a:t>
            </a:r>
            <a:r>
              <a:rPr lang="en-IE" i="1" dirty="0"/>
              <a:t>Spend a minute discussing the technology</a:t>
            </a:r>
            <a:r>
              <a:rPr lang="en-IE" dirty="0"/>
              <a:t>&gt;</a:t>
            </a:r>
            <a:endParaRPr lang="en-IE" b="1" dirty="0"/>
          </a:p>
          <a:p>
            <a:r>
              <a:rPr lang="en-IE" sz="2800" b="1" dirty="0"/>
              <a:t>Operating System(s):</a:t>
            </a:r>
            <a:r>
              <a:rPr lang="en-IE" sz="2800" dirty="0"/>
              <a:t>&lt;Operating System(s) –decided or potential&gt;</a:t>
            </a:r>
          </a:p>
          <a:p>
            <a:r>
              <a:rPr lang="en-IE" sz="2800" b="1" dirty="0"/>
              <a:t>Programming Language(s):</a:t>
            </a:r>
            <a:r>
              <a:rPr lang="en-IE" sz="2800" dirty="0"/>
              <a:t> &lt;Programming Language(s) –decided or potential&gt;</a:t>
            </a:r>
          </a:p>
          <a:p>
            <a:r>
              <a:rPr lang="en-IE" sz="2800" b="1" dirty="0"/>
              <a:t>Scripting Languages(s):</a:t>
            </a:r>
            <a:r>
              <a:rPr lang="en-IE" sz="2800" dirty="0"/>
              <a:t> &lt;Scripting Languages(s) –decided or potential&gt;</a:t>
            </a:r>
          </a:p>
          <a:p>
            <a:r>
              <a:rPr lang="en-IE" sz="2800" b="1" dirty="0"/>
              <a:t>Database(s):</a:t>
            </a:r>
            <a:r>
              <a:rPr lang="en-IE" sz="2800" dirty="0"/>
              <a:t> &lt;Databases(s) –decided or potential&gt;</a:t>
            </a:r>
          </a:p>
          <a:p>
            <a:r>
              <a:rPr lang="en-IE" sz="2800" dirty="0"/>
              <a:t>&lt;Tools, simulators, systems, etc.&gt;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28409-768D-4542-B74C-F8533958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8</a:t>
            </a:fld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42A8-8A28-41EB-AC07-01CCC938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B62F4-3BA1-4F10-9936-9DE8C70AB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&lt;</a:t>
            </a:r>
            <a:r>
              <a:rPr lang="en-IE" i="1" dirty="0"/>
              <a:t>Explain where the requirements came from&gt;</a:t>
            </a:r>
          </a:p>
          <a:p>
            <a:endParaRPr lang="en-IE" i="1" dirty="0"/>
          </a:p>
          <a:p>
            <a:r>
              <a:rPr lang="en-IE" i="1" dirty="0"/>
              <a:t>&lt;Consider showing Use Case diagram&gt;</a:t>
            </a:r>
          </a:p>
          <a:p>
            <a:endParaRPr lang="en-IE" i="1" dirty="0"/>
          </a:p>
          <a:p>
            <a:r>
              <a:rPr lang="en-IE" i="1" dirty="0"/>
              <a:t>&lt; Briefly explain analysis approach to creating the design&gt;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0FE05-B9DF-4B70-B764-FFB94162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28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Technical Architecture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&lt;</a:t>
            </a:r>
            <a:r>
              <a:rPr lang="en-IE" sz="2800" i="1" dirty="0"/>
              <a:t>Explain your technical architecture, is it stand-alone, client-server, 3-tier, n-tier, etc.&gt;</a:t>
            </a:r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7210B-D885-46FD-A5A2-A3B7FEA3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10</a:t>
            </a:fld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2667000" y="3762461"/>
            <a:ext cx="4724400" cy="2290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/>
              <a:t>Diagram of </a:t>
            </a:r>
          </a:p>
          <a:p>
            <a:pPr algn="ctr"/>
            <a:r>
              <a:rPr lang="en-IE" sz="3200" dirty="0"/>
              <a:t>Technical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Front End Design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&lt;</a:t>
            </a:r>
            <a:r>
              <a:rPr lang="en-IE" sz="2800" i="1" dirty="0"/>
              <a:t>Explain what the user will do to run the system, tell us the story (scenario) between logging in and logging out, in a minute&gt;</a:t>
            </a:r>
          </a:p>
          <a:p>
            <a:r>
              <a:rPr lang="en-IE" sz="2800" i="1" dirty="0"/>
              <a:t>&lt;Skip this slide if it doesn’t apply to your project&gt;</a:t>
            </a:r>
            <a:endParaRPr lang="en-IE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3B1A3-2139-4788-9A25-64DED03B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11</a:t>
            </a:fld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5791200" y="4648200"/>
            <a:ext cx="19812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Optional:</a:t>
            </a:r>
          </a:p>
          <a:p>
            <a:pPr algn="ctr"/>
            <a:r>
              <a:rPr lang="en-IE" dirty="0"/>
              <a:t>Use case or prototype screens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400" y="4648200"/>
            <a:ext cx="19812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Optional:</a:t>
            </a:r>
          </a:p>
          <a:p>
            <a:pPr algn="ctr"/>
            <a:r>
              <a:rPr lang="en-IE" dirty="0"/>
              <a:t>Use case or prototype screens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648200"/>
            <a:ext cx="19812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Optional:</a:t>
            </a:r>
          </a:p>
          <a:p>
            <a:pPr algn="ctr"/>
            <a:r>
              <a:rPr lang="en-IE" dirty="0"/>
              <a:t>Use case or prototype screens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Middle Tier Design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i="1" dirty="0"/>
              <a:t>&lt;Explain core algorithms, business logic or process&gt;</a:t>
            </a:r>
          </a:p>
          <a:p>
            <a:endParaRPr lang="en-IE" sz="2800" i="1" dirty="0"/>
          </a:p>
          <a:p>
            <a:r>
              <a:rPr lang="en-IE" dirty="0"/>
              <a:t>&lt;</a:t>
            </a:r>
            <a:r>
              <a:rPr lang="en-IE" i="1" dirty="0"/>
              <a:t>Explain the ODBC, JDBC, DDLs, etc. You need to hook up the front and back end&gt;</a:t>
            </a:r>
          </a:p>
          <a:p>
            <a:endParaRPr lang="en-IE" sz="2800" i="1" dirty="0"/>
          </a:p>
          <a:p>
            <a:r>
              <a:rPr lang="en-IE" sz="2800" i="1" dirty="0"/>
              <a:t>&lt;Skip this slide if it doesn’t apply to your project&gt;</a:t>
            </a:r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5EFD2-690F-416A-90A7-FB126B5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12</a:t>
            </a:fld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08112" y="4800600"/>
            <a:ext cx="6553200" cy="1631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b="1" dirty="0"/>
              <a:t>Optional:</a:t>
            </a:r>
          </a:p>
          <a:p>
            <a:pPr algn="ctr"/>
            <a:r>
              <a:rPr lang="en-IE" sz="3200" dirty="0"/>
              <a:t>ERD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Back End Design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&lt;</a:t>
            </a:r>
            <a:r>
              <a:rPr lang="en-IE" sz="2800" i="1" dirty="0"/>
              <a:t>Explain what data will be stored, and how the database will be designed to efficiently store the data, in a minute&gt;</a:t>
            </a:r>
          </a:p>
          <a:p>
            <a:r>
              <a:rPr lang="en-IE" sz="2800" i="1" dirty="0"/>
              <a:t>&lt;Skip this slide if it doesn’t apply to your project&gt;</a:t>
            </a:r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845D3-860B-4B16-9814-4CAE01C3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13</a:t>
            </a:fld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DEMO HERE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sz="4800" dirty="0"/>
          </a:p>
          <a:p>
            <a:r>
              <a:rPr lang="en-IE" sz="4800" dirty="0"/>
              <a:t>DEMO HERE</a:t>
            </a:r>
          </a:p>
          <a:p>
            <a:endParaRPr lang="en-IE" sz="4800" dirty="0"/>
          </a:p>
          <a:p>
            <a:r>
              <a:rPr lang="en-IE" sz="4800" dirty="0"/>
              <a:t>Small parts of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B0CF0-69F7-41D7-8F4E-189973F9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14</a:t>
            </a:fld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Evaluation Criteria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&lt;</a:t>
            </a:r>
            <a:r>
              <a:rPr lang="en-IE" sz="2800" i="1" dirty="0"/>
              <a:t>Suggest how you will know whether or not your development was a success&gt;</a:t>
            </a:r>
          </a:p>
          <a:p>
            <a:endParaRPr lang="en-IE" sz="2800" i="1" dirty="0"/>
          </a:p>
          <a:p>
            <a:r>
              <a:rPr lang="en-IE" sz="2800" i="1" dirty="0"/>
              <a:t>&lt;Testing is part of this, but is there anything else?&gt;</a:t>
            </a:r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B0CF0-69F7-41D7-8F4E-189973F9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15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71751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Future Work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&lt;</a:t>
            </a:r>
            <a:r>
              <a:rPr lang="en-IE" sz="2800" i="1" dirty="0"/>
              <a:t>What are you going to do next week on your project?&gt;</a:t>
            </a:r>
          </a:p>
          <a:p>
            <a:endParaRPr lang="en-IE" sz="2800" i="1" dirty="0"/>
          </a:p>
          <a:p>
            <a:r>
              <a:rPr lang="en-IE" sz="2800" i="1" dirty="0"/>
              <a:t>&lt;What are you going to do over Christmas?&gt;</a:t>
            </a:r>
          </a:p>
          <a:p>
            <a:endParaRPr lang="en-IE" sz="2800" i="1" dirty="0"/>
          </a:p>
          <a:p>
            <a:r>
              <a:rPr lang="en-IE" sz="2800" i="1" dirty="0"/>
              <a:t>What are you doing after your exams, late January to late February?&gt;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F288E-5052-4564-92DB-EA28C179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16</a:t>
            </a:fld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400" b="1" dirty="0"/>
              <a:t>Thank you!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endParaRPr lang="en-IE" sz="6000" b="1" dirty="0"/>
          </a:p>
          <a:p>
            <a:pPr algn="ctr">
              <a:buNone/>
            </a:pPr>
            <a:r>
              <a:rPr lang="en-IE" sz="6000" b="1" dirty="0">
                <a:solidFill>
                  <a:srgbClr val="FF0000"/>
                </a:solidFill>
              </a:rPr>
              <a:t>?</a:t>
            </a:r>
          </a:p>
          <a:p>
            <a:pPr algn="ctr">
              <a:buNone/>
            </a:pPr>
            <a:r>
              <a:rPr lang="en-IE" sz="6000" b="1" dirty="0"/>
              <a:t>Questions</a:t>
            </a:r>
          </a:p>
          <a:p>
            <a:pPr algn="ctr">
              <a:buNone/>
            </a:pPr>
            <a:r>
              <a:rPr lang="en-IE" sz="6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8A318-D7FA-4F41-817A-AE7587DE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17</a:t>
            </a:fld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t249 hdp">
  <a:themeElements>
    <a:clrScheme name="Custom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33CCCC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t249 hdp" id="{B2D366DE-A7C3-47B7-8728-22E4F28179ED}" vid="{FC4E48D8-D856-40E5-A18A-0681BF8403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dt249 hdp</Template>
  <TotalTime>167</TotalTime>
  <Words>663</Words>
  <Application>Microsoft Office PowerPoint</Application>
  <PresentationFormat>On-screen Show (4:3)</PresentationFormat>
  <Paragraphs>137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dt249 hdp</vt:lpstr>
      <vt:lpstr>Interim Demos</vt:lpstr>
      <vt:lpstr>Advice</vt:lpstr>
      <vt:lpstr>Advice</vt:lpstr>
      <vt:lpstr>&lt;Project Title&gt;</vt:lpstr>
      <vt:lpstr>Project</vt:lpstr>
      <vt:lpstr>Background</vt:lpstr>
      <vt:lpstr>Methodology</vt:lpstr>
      <vt:lpstr>Technologies</vt:lpstr>
      <vt:lpstr>System Requirements</vt:lpstr>
      <vt:lpstr>Technical Architecture</vt:lpstr>
      <vt:lpstr>Front End Design</vt:lpstr>
      <vt:lpstr>Middle Tier Design</vt:lpstr>
      <vt:lpstr>Back End Design</vt:lpstr>
      <vt:lpstr>DEMO HERE</vt:lpstr>
      <vt:lpstr>Evaluation Criteria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Title&gt;</dc:title>
  <dc:creator>Ciaran Kelly</dc:creator>
  <cp:lastModifiedBy>Ciaran</cp:lastModifiedBy>
  <cp:revision>30</cp:revision>
  <dcterms:created xsi:type="dcterms:W3CDTF">2006-08-16T00:00:00Z</dcterms:created>
  <dcterms:modified xsi:type="dcterms:W3CDTF">2025-11-24T11:57:19Z</dcterms:modified>
</cp:coreProperties>
</file>